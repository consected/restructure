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3C8C17C-91AC-4347-A27C-CBCF5FBAAD5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6929407-E1CF-454D-985A-52D6E0C9B8F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CE8AA84-6737-4BA3-8763-7B6357FEE68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6395A92-B14A-4A8E-81BD-F0854EA90C9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AAB8C60-FBD8-4537-B660-21F0CB3AD7E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280" cy="438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5818914-825F-4B84-A7EF-1429C67556F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63D5EDA-95BF-41F7-BEEF-FE75867B784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8CF8BD6-26F6-4BA9-86BF-56DEC1B9C7E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897A0E2-8F73-4EA8-B6CC-F0A634D9E09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7593DFF-9199-48B9-A553-FC1D21846D4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3F8EFC9-8D04-4373-993E-0BD5C8666D2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318E64C-6501-4190-B82E-20E42826A68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3423FB-682F-40F3-9D9C-BACAB48DC035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latin typeface="Arial"/>
              </a:rPr>
              <a:t>Test File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2025-09-02T12:05:36Z</dcterms:created>
  <dc:creator>Phil Ayres</dc:creator>
  <dc:description/>
  <dc:language>en-US</dc:language>
  <cp:lastModifiedBy>Phil Ayres</cp:lastModifiedBy>
  <dcterms:modified xsi:type="dcterms:W3CDTF">2025-09-02T12:06:34Z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